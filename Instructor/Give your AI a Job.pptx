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56" r:id="rId5"/>
    <p:sldId id="292" r:id="rId6"/>
    <p:sldId id="291" r:id="rId7"/>
    <p:sldId id="294" r:id="rId8"/>
    <p:sldId id="293" r:id="rId9"/>
    <p:sldId id="296" r:id="rId10"/>
    <p:sldId id="298" r:id="rId11"/>
    <p:sldId id="299" r:id="rId12"/>
    <p:sldId id="305" r:id="rId13"/>
    <p:sldId id="310" r:id="rId14"/>
    <p:sldId id="311" r:id="rId15"/>
    <p:sldId id="312" r:id="rId16"/>
    <p:sldId id="320" r:id="rId17"/>
    <p:sldId id="313" r:id="rId18"/>
    <p:sldId id="314" r:id="rId19"/>
    <p:sldId id="300" r:id="rId20"/>
    <p:sldId id="301" r:id="rId21"/>
    <p:sldId id="302" r:id="rId22"/>
    <p:sldId id="303" r:id="rId23"/>
    <p:sldId id="304" r:id="rId24"/>
    <p:sldId id="307" r:id="rId25"/>
    <p:sldId id="308" r:id="rId26"/>
    <p:sldId id="309" r:id="rId27"/>
    <p:sldId id="306" r:id="rId28"/>
  </p:sldIdLst>
  <p:sldSz cx="12192000" cy="6858000"/>
  <p:notesSz cx="6858000" cy="9144000"/>
  <p:embeddedFontLst>
    <p:embeddedFont>
      <p:font typeface="Century Gothic" panose="020B0502020202020204" pitchFamily="34" charset="0"/>
      <p:regular r:id="rId31"/>
      <p:bold r:id="rId32"/>
      <p:italic r:id="rId33"/>
      <p:boldItalic r:id="rId34"/>
    </p:embeddedFont>
    <p:embeddedFont>
      <p:font typeface="Khula" panose="020B0604020202020204"/>
      <p:regular r:id="rId35"/>
      <p:bold r:id="rId36"/>
    </p:embeddedFont>
    <p:embeddedFont>
      <p:font typeface="Khula SemiBold" panose="020B0604020202020204"/>
      <p:regular r:id="rId37"/>
      <p:bold r:id="rId38"/>
    </p:embeddedFont>
    <p:embeddedFont>
      <p:font typeface="Poppins" panose="00000500000000000000" pitchFamily="2" charset="0"/>
      <p:regular r:id="rId39"/>
      <p:bold r:id="rId40"/>
      <p:italic r:id="rId41"/>
      <p:boldItalic r:id="rId42"/>
    </p:embeddedFont>
    <p:embeddedFont>
      <p:font typeface="Poppins Medium" panose="00000600000000000000" pitchFamily="2" charset="0"/>
      <p:regular r:id="rId43"/>
      <p:italic r:id="rId44"/>
    </p:embeddedFont>
    <p:embeddedFont>
      <p:font typeface="Poppins SemiBold" panose="00000700000000000000" pitchFamily="2" charset="0"/>
      <p:regular r:id="rId45"/>
      <p:bold r:id="rId46"/>
      <p:italic r:id="rId47"/>
      <p:boldItalic r:id="rId48"/>
    </p:embeddedFont>
  </p:embeddedFontLst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592C"/>
    <a:srgbClr val="168FB2"/>
    <a:srgbClr val="E48736"/>
    <a:srgbClr val="0F7975"/>
    <a:srgbClr val="005596"/>
    <a:srgbClr val="4597D3"/>
    <a:srgbClr val="5CC3A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1" autoAdjust="0"/>
    <p:restoredTop sz="77275" autoAdjust="0"/>
  </p:normalViewPr>
  <p:slideViewPr>
    <p:cSldViewPr snapToGrid="0" snapToObjects="1">
      <p:cViewPr varScale="1">
        <p:scale>
          <a:sx n="115" d="100"/>
          <a:sy n="115" d="100"/>
        </p:scale>
        <p:origin x="138" y="20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9.fntdata"/><Relationship Id="rId21" Type="http://schemas.openxmlformats.org/officeDocument/2006/relationships/slide" Target="slides/slide17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6.fntdata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0" Type="http://schemas.openxmlformats.org/officeDocument/2006/relationships/slide" Target="slides/slide16.xml"/><Relationship Id="rId41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8282CA-E236-4614-036E-C5C0C936C6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8B065F-4AF1-21F2-CF82-78658D8AD9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586793-C8A1-F947-908B-E0EDCF86090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BE100-080F-43CA-3598-3B1AF4069C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43D58-784A-ABD4-14C2-E6339A9C0D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651B8-9A00-AB4E-BE59-6952469B4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8924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A18E33-7982-7242-B011-19D9B39AC4BA}" type="datetimeFigureOut">
              <a:rPr lang="en-MX" smtClean="0"/>
              <a:t>04/16/2026</a:t>
            </a:fld>
            <a:endParaRPr lang="en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EB2A5-DDCF-604F-A595-5664085F7F7D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787645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from instructions.md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EB2A5-DDCF-604F-A595-5664085F7F7D}" type="slidenum">
              <a:rPr lang="en-MX" smtClean="0"/>
              <a:t>3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57115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EB2A5-DDCF-604F-A595-5664085F7F7D}" type="slidenum">
              <a:rPr lang="en-MX" smtClean="0"/>
              <a:t>8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93406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EB2A5-DDCF-604F-A595-5664085F7F7D}" type="slidenum">
              <a:rPr lang="en-MX" smtClean="0"/>
              <a:t>9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159850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https://github.com/Bud-Improving/AI-Testing/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EB2A5-DDCF-604F-A595-5664085F7F7D}" type="slidenum">
              <a:rPr lang="en-MX" smtClean="0"/>
              <a:t>11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886329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errors happen, paste from Instructions.md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EB2A5-DDCF-604F-A595-5664085F7F7D}" type="slidenum">
              <a:rPr lang="en-MX" smtClean="0"/>
              <a:t>14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582757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may be popups / permission errors when pushing new branch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EB2A5-DDCF-604F-A595-5664085F7F7D}" type="slidenum">
              <a:rPr lang="en-MX" smtClean="0"/>
              <a:t>15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932697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DEB2A5-DDCF-604F-A595-5664085F7F7D}" type="slidenum">
              <a:rPr lang="en-MX" smtClean="0"/>
              <a:t>18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646197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ncip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rectangle&#10;&#10;Description automatically generated with medium confidence">
            <a:extLst>
              <a:ext uri="{FF2B5EF4-FFF2-40B4-BE49-F238E27FC236}">
                <a16:creationId xmlns:a16="http://schemas.microsoft.com/office/drawing/2014/main" id="{BE88C6CA-F385-3E1E-CFB9-B68BBE9745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6B8D9B-1FBE-987A-28BE-4AF3449CC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1822" y="3234055"/>
            <a:ext cx="9144000" cy="631296"/>
          </a:xfrm>
        </p:spPr>
        <p:txBody>
          <a:bodyPr anchor="b">
            <a:normAutofit/>
          </a:bodyPr>
          <a:lstStyle>
            <a:lvl1pPr algn="l">
              <a:defRPr sz="2800" b="1" i="0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C6A678-285D-C74C-A3AB-61F33055C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276" y="3966478"/>
            <a:ext cx="9144000" cy="5283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 dirty="0"/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DFF4E328-04ED-1D34-5362-6AC1FF0DA5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1822" y="1681203"/>
            <a:ext cx="3227632" cy="1434503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8FB2F36-F96E-DBFB-4387-CD5A0571802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519063" y="5462195"/>
            <a:ext cx="4155093" cy="6831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1" i="0">
                <a:solidFill>
                  <a:srgbClr val="005596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JOHN DOE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A1D465-B636-AD01-A485-0C126BD591CE}"/>
              </a:ext>
            </a:extLst>
          </p:cNvPr>
          <p:cNvSpPr txBox="1"/>
          <p:nvPr userDrawn="1"/>
        </p:nvSpPr>
        <p:spPr>
          <a:xfrm>
            <a:off x="3821288" y="6494624"/>
            <a:ext cx="4549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i="0" dirty="0">
                <a:solidFill>
                  <a:schemeClr val="bg1">
                    <a:alpha val="27925"/>
                  </a:schemeClr>
                </a:solidFill>
                <a:effectLst/>
                <a:latin typeface="Khula" panose="02000000000000000000" pitchFamily="2" charset="0"/>
                <a:cs typeface="Khula" panose="02000000000000000000" pitchFamily="2" charset="0"/>
              </a:rPr>
              <a:t>© 2023 Improving. All Rights Reserved.</a:t>
            </a:r>
            <a:endParaRPr lang="en-MX" sz="900" dirty="0">
              <a:solidFill>
                <a:schemeClr val="bg1">
                  <a:alpha val="27925"/>
                </a:schemeClr>
              </a:solidFill>
              <a:latin typeface="Khula" panose="02000000000000000000" pitchFamily="2" charset="0"/>
              <a:cs typeface="Khula" panose="02000000000000000000" pitchFamily="2" charset="0"/>
            </a:endParaRPr>
          </a:p>
          <a:p>
            <a:endParaRPr lang="en-MX" sz="900" dirty="0">
              <a:solidFill>
                <a:schemeClr val="bg1">
                  <a:alpha val="27925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819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t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8263D1B3-4C39-678E-AA0B-70DFC03020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5A03D7-0C8A-2FF8-DD55-E44EF7754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13" y="2933878"/>
            <a:ext cx="10515600" cy="508001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6160FDB-07E2-9B48-493B-80748EBAF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5913" y="3429000"/>
            <a:ext cx="9144000" cy="5283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 dirty="0"/>
          </a:p>
        </p:txBody>
      </p:sp>
    </p:spTree>
    <p:extLst>
      <p:ext uri="{BB962C8B-B14F-4D97-AF65-F5344CB8AC3E}">
        <p14:creationId xmlns:p14="http://schemas.microsoft.com/office/powerpoint/2010/main" val="385183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11205668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 dirty="0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EAA4B5E-3525-86D1-43B2-EEF957A6A5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6DB217A-F6B3-74AC-D9F2-0EF851F488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313" y="1885244"/>
            <a:ext cx="11206162" cy="399961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>
                <a:latin typeface="Khula" panose="02000000000000000000" pitchFamily="2" charset="0"/>
                <a:cs typeface="Khula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772F0C-A603-1AAE-F130-CB75D94E66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97968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11255022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 dirty="0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EAA4B5E-3525-86D1-43B2-EEF957A6A5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3EDE8-942A-C67F-DE1C-BE6A4B25F94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8489" y="1744134"/>
            <a:ext cx="5394960" cy="41944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74CE37E-4F1A-62C7-ADCA-33781ABD661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79197" y="1743240"/>
            <a:ext cx="5394960" cy="41944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E8B51DB-C770-DED1-2745-73661B76F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60269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EAA4B5E-3525-86D1-43B2-EEF957A6A5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F39C3A6-20B8-E520-FD58-D3159B183363}"/>
              </a:ext>
            </a:extLst>
          </p:cNvPr>
          <p:cNvSpPr/>
          <p:nvPr userDrawn="1"/>
        </p:nvSpPr>
        <p:spPr>
          <a:xfrm>
            <a:off x="0" y="28752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489" y="434446"/>
            <a:ext cx="5394960" cy="667808"/>
          </a:xfrm>
        </p:spPr>
        <p:txBody>
          <a:bodyPr anchor="b">
            <a:no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 </a:t>
            </a:r>
            <a:endParaRPr lang="en-MX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3EDE8-942A-C67F-DE1C-BE6A4B25F94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8489" y="1744134"/>
            <a:ext cx="5394960" cy="41944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4170EE8-1B21-9049-E4EE-81A26AE397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4021" y="6195922"/>
            <a:ext cx="1424984" cy="633326"/>
          </a:xfrm>
          <a:prstGeom prst="rect">
            <a:avLst/>
          </a:prstGeom>
        </p:spPr>
      </p:pic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04707B3-A605-AC35-40E1-667264FF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5530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51CCC47-BB7F-A202-18E6-8BD949EC098C}"/>
              </a:ext>
            </a:extLst>
          </p:cNvPr>
          <p:cNvSpPr/>
          <p:nvPr userDrawn="1"/>
        </p:nvSpPr>
        <p:spPr>
          <a:xfrm>
            <a:off x="0" y="8555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6924B258-2A0C-8861-A9F9-CCAC380820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4021" y="6195922"/>
            <a:ext cx="1424984" cy="6333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BF37F2-5E51-EBE6-FB74-03ECD1F0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6405" y="434446"/>
            <a:ext cx="5527106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74CE37E-4F1A-62C7-ADCA-33781ABD661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79197" y="1548588"/>
            <a:ext cx="5394960" cy="438912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DDCA529-E988-9621-FBE7-7DFBDAC062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6405" y="1078443"/>
            <a:ext cx="5522600" cy="423862"/>
          </a:xfrm>
        </p:spPr>
        <p:txBody>
          <a:bodyPr>
            <a:normAutofit/>
          </a:bodyPr>
          <a:lstStyle>
            <a:lvl1pPr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 dirty="0"/>
              <a:t>Click to edit Master subtitle style</a:t>
            </a:r>
            <a:endParaRPr lang="en-MX" dirty="0"/>
          </a:p>
        </p:txBody>
      </p:sp>
    </p:spTree>
    <p:extLst>
      <p:ext uri="{BB962C8B-B14F-4D97-AF65-F5344CB8AC3E}">
        <p14:creationId xmlns:p14="http://schemas.microsoft.com/office/powerpoint/2010/main" val="864785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shape&#10;&#10;Description automatically generated">
            <a:extLst>
              <a:ext uri="{FF2B5EF4-FFF2-40B4-BE49-F238E27FC236}">
                <a16:creationId xmlns:a16="http://schemas.microsoft.com/office/drawing/2014/main" id="{67254B57-7D3C-B80E-6390-803809FF6B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4027" y="1240897"/>
            <a:ext cx="6709101" cy="5171898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FBDAFC67-98EC-38E5-D42A-6AD12DFB75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CB4A5C-DF63-8836-72EC-68379B22B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5328" y="1240897"/>
            <a:ext cx="4271447" cy="594431"/>
          </a:xfrm>
        </p:spPr>
        <p:txBody>
          <a:bodyPr>
            <a:normAutofit/>
          </a:bodyPr>
          <a:lstStyle>
            <a:lvl1pPr algn="r">
              <a:defRPr sz="3200" b="1" i="0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John Doe</a:t>
            </a:r>
            <a:endParaRPr lang="en-MX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A30456-AA2D-3271-9115-D02FEF5AE2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14813" y="2009775"/>
            <a:ext cx="4271447" cy="2587625"/>
          </a:xfrm>
        </p:spPr>
        <p:txBody>
          <a:bodyPr>
            <a:normAutofit/>
          </a:bodyPr>
          <a:lstStyle>
            <a:lvl1pPr algn="ctr">
              <a:defRPr sz="28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185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&#10;&#10;Description automatically generated with low confidence">
            <a:extLst>
              <a:ext uri="{FF2B5EF4-FFF2-40B4-BE49-F238E27FC236}">
                <a16:creationId xmlns:a16="http://schemas.microsoft.com/office/drawing/2014/main" id="{2997DA69-4CDE-50A1-AFCA-66FEB74221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6779" y="1720651"/>
            <a:ext cx="11458444" cy="17083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D562C5F-11BC-838C-96DD-BF84E16B5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6338711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600096-BCC5-7230-A89B-E520E506A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360" y="3429000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3519CD5-9C94-88A6-83D9-6BD86A1B3D56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5036009" y="3429000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471196B-D805-6FD9-C3D1-2EA90F002AA1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9631194" y="3429000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90F7055-6F36-C99A-66DE-47123AF2BFD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05269" y="2339814"/>
            <a:ext cx="708378" cy="6409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Century Gothic" panose="020B0502020202020204" pitchFamily="34" charset="0"/>
                <a:cs typeface="Poppi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4514C5E-AD10-540E-4124-EF0FB6341F9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867234" y="2339814"/>
            <a:ext cx="708378" cy="6409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Century Gothic" panose="020B0502020202020204" pitchFamily="34" charset="0"/>
                <a:cs typeface="Poppi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B270200-8E34-DBA3-0E5F-541E3CFC8E3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0587152" y="2245685"/>
            <a:ext cx="708378" cy="6409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  <a:latin typeface="Century Gothic" panose="020B0502020202020204" pitchFamily="34" charset="0"/>
                <a:cs typeface="Poppi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03</a:t>
            </a:r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707FDABF-1499-C8ED-1211-B266C03BA9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FD992D7D-9B11-EAF8-2BFF-D0C68BFB20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6595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2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8B4BFC0-5F41-F0CD-41C1-89DD22A4B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6338711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8A22F27-9D7B-C6E5-5AEE-45A8127F8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65675" y="1928813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D1BCEA-C3F0-C467-A5F4-3E70D00760A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2465675" y="4040002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5AF7E3C-6319-3513-11F9-ED070800395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019311" y="1928813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9902DF3-A8F6-0F9C-63E4-C605347FF64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19311" y="4040002"/>
            <a:ext cx="2194028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6E59B898-2348-448A-E91C-826978FADD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43DC5F3-7C9B-C24F-9FC0-5474F1C4B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313" y="1030638"/>
            <a:ext cx="11206162" cy="667809"/>
          </a:xfrm>
        </p:spPr>
        <p:txBody>
          <a:bodyPr lIns="72000" tIns="36000" rIns="216000" bIns="288000">
            <a:normAutofit/>
          </a:bodyPr>
          <a:lstStyle>
            <a:lvl1pPr>
              <a:lnSpc>
                <a:spcPct val="100000"/>
              </a:lnSpc>
              <a:spcBef>
                <a:spcPts val="8"/>
              </a:spcBef>
              <a:spcAft>
                <a:spcPts val="8"/>
              </a:spcAft>
              <a:defRPr sz="2000" b="0" i="0">
                <a:solidFill>
                  <a:schemeClr val="bg1">
                    <a:lumMod val="5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70007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A3F71C3-C9CF-C020-3DA7-42C0516B1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489" y="434446"/>
            <a:ext cx="6338711" cy="667808"/>
          </a:xfrm>
        </p:spPr>
        <p:txBody>
          <a:bodyPr anchor="b">
            <a:normAutofit/>
          </a:bodyPr>
          <a:lstStyle>
            <a:lvl1pPr>
              <a:defRPr sz="3200" b="1">
                <a:solidFill>
                  <a:srgbClr val="005596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MX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F726CEF-56A7-FFEA-7D5C-C57FE809D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27124" y="2972373"/>
            <a:ext cx="3034553" cy="110336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>
                    <a:lumMod val="95000"/>
                    <a:lumOff val="5000"/>
                  </a:schemeClr>
                </a:solidFill>
                <a:latin typeface="Khula" panose="02000000000000000000" pitchFamily="2" charset="0"/>
                <a:cs typeface="Khula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z="140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73EAE6-94EC-ACBC-E2C1-90D4971849C7}"/>
              </a:ext>
            </a:extLst>
          </p:cNvPr>
          <p:cNvCxnSpPr/>
          <p:nvPr userDrawn="1"/>
        </p:nvCxnSpPr>
        <p:spPr>
          <a:xfrm>
            <a:off x="5755341" y="2738904"/>
            <a:ext cx="0" cy="1570303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12DFF03C-496A-CF14-7E80-D1EF5809D1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4021" y="6384043"/>
            <a:ext cx="1380136" cy="445205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961031C-CBB7-C46D-3F69-E8FA9C56BC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67087" y="2738903"/>
            <a:ext cx="2119267" cy="157030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293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F94E-5EC9-EDBD-17A2-64005DA3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11035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 with medium confidence">
            <a:extLst>
              <a:ext uri="{FF2B5EF4-FFF2-40B4-BE49-F238E27FC236}">
                <a16:creationId xmlns:a16="http://schemas.microsoft.com/office/drawing/2014/main" id="{927A4B59-C598-90D6-EB86-6CEB76A2655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94717D-6E54-D547-934B-958044D27E5A}"/>
              </a:ext>
            </a:extLst>
          </p:cNvPr>
          <p:cNvSpPr txBox="1"/>
          <p:nvPr userDrawn="1"/>
        </p:nvSpPr>
        <p:spPr>
          <a:xfrm>
            <a:off x="826911" y="6479823"/>
            <a:ext cx="572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3BB742A-9951-4A41-9B51-4F6023B7AEA7}" type="slidenum">
              <a:rPr lang="en-MX" sz="1200" b="1" i="0" smtClean="0">
                <a:solidFill>
                  <a:schemeClr val="bg1"/>
                </a:solidFill>
                <a:latin typeface="Khula SemiBold" panose="02000000000000000000" pitchFamily="2" charset="0"/>
                <a:cs typeface="Khula SemiBold" panose="02000000000000000000" pitchFamily="2" charset="0"/>
              </a:rPr>
              <a:t>‹#›</a:t>
            </a:fld>
            <a:endParaRPr lang="en-MX" sz="1200" b="1" i="0" dirty="0">
              <a:solidFill>
                <a:schemeClr val="bg1"/>
              </a:solidFill>
              <a:latin typeface="Khula SemiBold" panose="02000000000000000000" pitchFamily="2" charset="0"/>
              <a:cs typeface="Khula SemiBold" panose="02000000000000000000" pitchFamily="2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0EBC7-ADE3-F209-E554-2D41BB8DE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42D941F-3EA9-5B81-108F-188A61A1C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0816"/>
            <a:ext cx="10515600" cy="4897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CEFB8A-C4F3-4807-CC33-3413956FB7A6}"/>
              </a:ext>
            </a:extLst>
          </p:cNvPr>
          <p:cNvSpPr txBox="1"/>
          <p:nvPr userDrawn="1"/>
        </p:nvSpPr>
        <p:spPr>
          <a:xfrm>
            <a:off x="3821288" y="6494624"/>
            <a:ext cx="4549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 i="0" dirty="0">
                <a:solidFill>
                  <a:schemeClr val="bg1">
                    <a:alpha val="27925"/>
                  </a:schemeClr>
                </a:solidFill>
                <a:effectLst/>
                <a:latin typeface="Khula" panose="02000000000000000000" pitchFamily="2" charset="0"/>
                <a:cs typeface="Khula" panose="02000000000000000000" pitchFamily="2" charset="0"/>
              </a:rPr>
              <a:t>© 2023 Improving. All Rights Reserved.</a:t>
            </a:r>
            <a:endParaRPr lang="en-MX" sz="900" dirty="0">
              <a:solidFill>
                <a:schemeClr val="bg1">
                  <a:alpha val="27925"/>
                </a:schemeClr>
              </a:solidFill>
              <a:latin typeface="Khula" panose="02000000000000000000" pitchFamily="2" charset="0"/>
              <a:cs typeface="Khula" panose="02000000000000000000" pitchFamily="2" charset="0"/>
            </a:endParaRPr>
          </a:p>
          <a:p>
            <a:endParaRPr lang="en-MX" sz="900" dirty="0">
              <a:solidFill>
                <a:schemeClr val="bg1">
                  <a:alpha val="27925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84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1" r:id="rId3"/>
    <p:sldLayoutId id="2147483656" r:id="rId4"/>
    <p:sldLayoutId id="2147483657" r:id="rId5"/>
    <p:sldLayoutId id="2147483658" r:id="rId6"/>
    <p:sldLayoutId id="2147483650" r:id="rId7"/>
    <p:sldLayoutId id="2147483654" r:id="rId8"/>
    <p:sldLayoutId id="2147483655" r:id="rId9"/>
    <p:sldLayoutId id="2147483653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rgbClr val="005596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6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10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050" kern="1200">
          <a:solidFill>
            <a:schemeClr val="tx1">
              <a:lumMod val="95000"/>
              <a:lumOff val="5000"/>
            </a:schemeClr>
          </a:solidFill>
          <a:latin typeface="Khula" panose="02000000000000000000" pitchFamily="2" charset="0"/>
          <a:ea typeface="+mn-ea"/>
          <a:cs typeface="Khula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indsurf.com/downloa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indsurf.com/profile" TargetMode="External"/><Relationship Id="rId5" Type="http://schemas.openxmlformats.org/officeDocument/2006/relationships/hyperlink" Target="https://github.com/signup" TargetMode="External"/><Relationship Id="rId4" Type="http://schemas.openxmlformats.org/officeDocument/2006/relationships/hyperlink" Target="https://git-scm.com/install/windows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ample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31ABC7C1-82AE-A75E-A847-7EA27E593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1822" y="3865351"/>
            <a:ext cx="9144000" cy="528370"/>
          </a:xfrm>
        </p:spPr>
        <p:txBody>
          <a:bodyPr>
            <a:normAutofit/>
          </a:bodyPr>
          <a:lstStyle/>
          <a:p>
            <a:endParaRPr lang="en-MX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DB0E68-2CB1-5E8A-B6DB-280928FA2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0392" y="3234055"/>
            <a:ext cx="9144000" cy="631296"/>
          </a:xfrm>
        </p:spPr>
        <p:txBody>
          <a:bodyPr/>
          <a:lstStyle/>
          <a:p>
            <a:r>
              <a:rPr lang="en-US" dirty="0"/>
              <a:t>Give Your AI a Job</a:t>
            </a:r>
            <a:endParaRPr lang="en-MX" dirty="0"/>
          </a:p>
        </p:txBody>
      </p:sp>
    </p:spTree>
    <p:extLst>
      <p:ext uri="{BB962C8B-B14F-4D97-AF65-F5344CB8AC3E}">
        <p14:creationId xmlns:p14="http://schemas.microsoft.com/office/powerpoint/2010/main" val="3735813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0EE29-AAFA-3E2C-F638-93ACF2335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77DA1-1CAF-4A40-15F1-322485993E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Everything you need to get started</a:t>
            </a:r>
          </a:p>
        </p:txBody>
      </p:sp>
    </p:spTree>
    <p:extLst>
      <p:ext uri="{BB962C8B-B14F-4D97-AF65-F5344CB8AC3E}">
        <p14:creationId xmlns:p14="http://schemas.microsoft.com/office/powerpoint/2010/main" val="2375604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7D365-73E0-8C9B-11FC-1BF76E311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install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247C04-D32A-F422-2052-15EB4E41234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Windsurf: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https://windsurf.com/download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choco</a:t>
            </a:r>
            <a:r>
              <a:rPr lang="en-US" dirty="0"/>
              <a:t> install windsurf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winget</a:t>
            </a:r>
            <a:r>
              <a:rPr lang="en-US" dirty="0"/>
              <a:t> install --exact --id </a:t>
            </a:r>
            <a:r>
              <a:rPr lang="en-US" dirty="0" err="1"/>
              <a:t>Codeium.Windsurf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brew install --cask windsurf</a:t>
            </a:r>
          </a:p>
          <a:p>
            <a:endParaRPr lang="en-US" dirty="0"/>
          </a:p>
          <a:p>
            <a:r>
              <a:rPr lang="en-US" dirty="0"/>
              <a:t>Git: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https://git-scm.com/install/windows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choco</a:t>
            </a:r>
            <a:r>
              <a:rPr lang="en-US" dirty="0"/>
              <a:t> install git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winget</a:t>
            </a:r>
            <a:r>
              <a:rPr lang="en-US" dirty="0"/>
              <a:t> install --id </a:t>
            </a:r>
            <a:r>
              <a:rPr lang="en-US" dirty="0" err="1"/>
              <a:t>Git.Git</a:t>
            </a:r>
            <a:r>
              <a:rPr lang="en-US" dirty="0"/>
              <a:t> -e --source </a:t>
            </a:r>
            <a:r>
              <a:rPr lang="en-US" dirty="0" err="1"/>
              <a:t>winget</a:t>
            </a:r>
            <a:r>
              <a:rPr lang="en-US" dirty="0"/>
              <a:t>	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brew install 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0E5D-3A0E-31CB-0593-975F4012DAF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Account: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5"/>
              </a:rPr>
              <a:t>https://github.com/signup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Improving email if you don’t have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Post username in chat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Windsurf Account: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6"/>
              </a:rPr>
              <a:t>https://windsurf.com/profile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 in with Devin for Enterprise (Beta)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2FCCA1-3031-C3AA-D1EA-D0EBEC631C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You will also need some accounts</a:t>
            </a:r>
          </a:p>
        </p:txBody>
      </p:sp>
    </p:spTree>
    <p:extLst>
      <p:ext uri="{BB962C8B-B14F-4D97-AF65-F5344CB8AC3E}">
        <p14:creationId xmlns:p14="http://schemas.microsoft.com/office/powerpoint/2010/main" val="958030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F8EFC-85EF-5A0D-99E6-519AB847E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CE286-956A-A7F5-0D25-E56F9484B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of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DEB1D-D898-A711-7906-72A206E9E13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Introduction to IDEs</a:t>
            </a:r>
          </a:p>
          <a:p>
            <a:pPr marL="342900" indent="-342900">
              <a:buAutoNum type="arabicPeriod"/>
            </a:pPr>
            <a:r>
              <a:rPr lang="en-US" dirty="0"/>
              <a:t>Git via Windsurf</a:t>
            </a:r>
          </a:p>
          <a:p>
            <a:pPr marL="342900" indent="-342900">
              <a:buAutoNum type="arabicPeriod"/>
            </a:pPr>
            <a:r>
              <a:rPr lang="en-US" dirty="0"/>
              <a:t>Markdown Fundamentals</a:t>
            </a:r>
          </a:p>
          <a:p>
            <a:pPr marL="342900" indent="-342900">
              <a:buAutoNum type="arabicPeriod"/>
            </a:pPr>
            <a:r>
              <a:rPr lang="en-US" dirty="0"/>
              <a:t>LLM Integration in Windsurf</a:t>
            </a:r>
          </a:p>
          <a:p>
            <a:pPr marL="342900" indent="-342900">
              <a:buAutoNum type="arabicPeriod"/>
            </a:pPr>
            <a:r>
              <a:rPr lang="en-US" dirty="0"/>
              <a:t>Q&amp;A – Exploration</a:t>
            </a:r>
            <a:endParaRPr lang="en-MX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5F525B-FFFB-3889-AB5E-FBA77E0BAD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What we hope you will learn</a:t>
            </a:r>
          </a:p>
        </p:txBody>
      </p:sp>
    </p:spTree>
    <p:extLst>
      <p:ext uri="{BB962C8B-B14F-4D97-AF65-F5344CB8AC3E}">
        <p14:creationId xmlns:p14="http://schemas.microsoft.com/office/powerpoint/2010/main" val="2177842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5BA90-FA74-E235-4F8F-F85490F95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63F52-FBC4-6869-A927-EAEBE39D1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IDE?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820DFA-BD2C-25E6-A673-04EFD33454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Integrated Development Environment</a:t>
            </a:r>
          </a:p>
        </p:txBody>
      </p:sp>
    </p:spTree>
    <p:extLst>
      <p:ext uri="{BB962C8B-B14F-4D97-AF65-F5344CB8AC3E}">
        <p14:creationId xmlns:p14="http://schemas.microsoft.com/office/powerpoint/2010/main" val="1782201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0EED6-D1F9-BA27-0A77-B40B52AA6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945A9-350A-943B-A2E5-2EE50C977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Windsurf IDE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FD7EFEE-C3AE-758E-5327-7708A3BCC9E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5815540" y="1953724"/>
            <a:ext cx="6310482" cy="82190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2E6AA-18BF-3D10-8E1F-4968793516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It’s the tools!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651450-539E-46CC-5697-CA81FC1A4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3" y="1885243"/>
            <a:ext cx="2403241" cy="39996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7ED145-FF9A-CE7C-DAF7-D2B6AE0BE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5933" y="1885243"/>
            <a:ext cx="2535227" cy="39996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2810CB6-4150-2A1B-965C-1F332EA26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615" y="2852657"/>
            <a:ext cx="4782217" cy="11526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7F08A4B-6F17-E6D3-8998-B4930CE55E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089" y="4082369"/>
            <a:ext cx="2629267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113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A68FF-7129-5144-4F09-58DB09859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FBAE4-072E-BB81-751D-6864FFB6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you’re not a dev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83895F-D1C9-34DB-B749-1252FE0C439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EAADB4-B33F-826B-001A-E428C1BF45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E7830C-8792-0A2E-7C6A-0C25A5CAA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94" y="1259864"/>
            <a:ext cx="9656558" cy="543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509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AF80C-A6B3-A8C6-A699-92FE08236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B2F82-7F4B-921C-40C8-E23668506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Windsurf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D085AC-F3E8-3AE3-AECA-C22A6A10CF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Quick familiarization and plugins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60BFDD-1910-AE7B-345B-8F1FAC66B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627" y="3079878"/>
            <a:ext cx="2829320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913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E033B-787B-D26E-5AF2-A51F53478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F010-CE4E-C6BD-9D81-C3F1413C6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122F1-D8E2-CED8-3013-7E95E7AC2F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Saving your work</a:t>
            </a:r>
          </a:p>
        </p:txBody>
      </p:sp>
    </p:spTree>
    <p:extLst>
      <p:ext uri="{BB962C8B-B14F-4D97-AF65-F5344CB8AC3E}">
        <p14:creationId xmlns:p14="http://schemas.microsoft.com/office/powerpoint/2010/main" val="3419003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7549D-8704-4235-2CD6-778CD531A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56445-2793-9C09-A2AC-42CD91211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</a:t>
            </a:r>
            <a:r>
              <a:rPr lang="en-US" dirty="0" err="1"/>
              <a:t>Cheatsheet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DED7096-6B80-3CAE-A76C-9433657817F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505428" y="1885950"/>
            <a:ext cx="4227422" cy="399891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A05202-3AD5-C497-95A9-42FDEF7F05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F1F0BC-334C-B11C-2689-9F1A0F42E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6150" y="2137178"/>
            <a:ext cx="3620005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746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73A6D-E581-7224-7B21-D7CAA1D09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B9CB7-B2E0-ABC9-2F9F-98718E70B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Pulling a repository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1BB8C6D-2B26-8A69-9ECA-3F8AC6DA4B5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3089653" y="2142088"/>
            <a:ext cx="5963482" cy="3486637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620E72-798B-0CF2-D663-48BB6BCF68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243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E020F-E6C0-61AE-301E-763AFA510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12F24-D4AF-6C32-D633-E6CBC1DDD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branch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90B74D-9C90-BB8F-EC68-FD1CDB90801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37413" y="2023009"/>
            <a:ext cx="4641169" cy="316701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5A5F83-136C-0A2B-3C53-904C919D44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EAEDDC-F529-1FD3-1FD3-825837F0C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116" y="2023009"/>
            <a:ext cx="6505090" cy="22737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9F174A-F1A6-F5CB-DC05-0EA028FFD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116" y="4398038"/>
            <a:ext cx="6414499" cy="81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584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4841D-AA66-E304-F047-6C11398C9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95067-D14C-6198-AABB-53B3C7799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 change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7685830-7168-D262-303C-7CB096A549B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446146" y="1945374"/>
            <a:ext cx="3972479" cy="318179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028470-A927-9E95-1027-1F6741882B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10C420-E88C-A268-332F-22D21D992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483" y="2533525"/>
            <a:ext cx="5934903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186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11EE6-270C-29A2-7396-4505A9CA5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9340A-F9D1-0C60-8A14-CC74D0542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Commits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D8AA3E-28B3-3D42-357B-2479432F1BF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468313" y="1828449"/>
            <a:ext cx="3229598" cy="399891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72BAE9-6515-3F46-F2D2-C20AF53177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DB0851-4AE3-1D51-F091-FC7AACB13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103" y="1828449"/>
            <a:ext cx="3036212" cy="39989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7A537E-A70F-9107-D0DD-562C4948F5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4346" y="1828449"/>
            <a:ext cx="3095932" cy="399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88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D48E4-9E01-9EEA-6250-CEFF1982C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3360A-D62D-E211-EBDB-DAFD73D6C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Keeping in Sync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BE1C566-4E80-BC38-DAFE-6A63ADF3B7D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526823" y="1822398"/>
            <a:ext cx="3458058" cy="1267002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F3BB02-EB4D-6F1D-1640-7E553C8345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Push, Fetch, Pull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3B5B72-CB8C-2A18-97B8-994BF9EB4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23" y="3539715"/>
            <a:ext cx="3477110" cy="101931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2F8B6E8-9D6A-B0D5-C13D-382DB0E57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9419" y="1299703"/>
            <a:ext cx="3534268" cy="31436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9DF104E-19D8-45D4-1D3D-2EC13E679A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5118447"/>
            <a:ext cx="3515216" cy="13051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2C40C2-002D-23E8-FB9F-5B2856BAAE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7136" y="1299703"/>
            <a:ext cx="3317726" cy="234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514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601CB-4C76-2499-E837-C75A14680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3657A-41E5-1E04-7A41-FA4FB58D0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Markdown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D55382-C029-A9F2-47DE-5334AB8ACE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214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3F467-732E-4BCA-D8FC-160FACA0A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29563-CB3B-7AB5-71E5-1998105D1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Markdown vs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5B458-24CE-3804-9CD5-A7823D9AAF7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# Headings</a:t>
            </a:r>
          </a:p>
          <a:p>
            <a:r>
              <a:rPr lang="en-US" dirty="0"/>
              <a:t>1. Ordered Lists</a:t>
            </a:r>
          </a:p>
          <a:p>
            <a:r>
              <a:rPr lang="en-US" dirty="0"/>
              <a:t>- Unordered Lists</a:t>
            </a:r>
          </a:p>
          <a:p>
            <a:r>
              <a:rPr lang="en-US" dirty="0"/>
              <a:t>**Bold**</a:t>
            </a:r>
          </a:p>
          <a:p>
            <a:r>
              <a:rPr lang="en-US" dirty="0"/>
              <a:t>_italics_</a:t>
            </a:r>
          </a:p>
          <a:p>
            <a:r>
              <a:rPr lang="en-US" dirty="0"/>
              <a:t>`Highlighted`</a:t>
            </a:r>
            <a:br>
              <a:rPr lang="en-US" dirty="0"/>
            </a:br>
            <a:endParaRPr lang="en-US" dirty="0"/>
          </a:p>
          <a:p>
            <a:r>
              <a:rPr lang="en-US" dirty="0"/>
              <a:t>```</a:t>
            </a:r>
            <a:br>
              <a:rPr lang="en-US" dirty="0"/>
            </a:br>
            <a:r>
              <a:rPr lang="en-US" dirty="0"/>
              <a:t>  block </a:t>
            </a:r>
            <a:br>
              <a:rPr lang="en-US" dirty="0"/>
            </a:br>
            <a:r>
              <a:rPr lang="en-US" dirty="0"/>
              <a:t>```</a:t>
            </a:r>
          </a:p>
          <a:p>
            <a:r>
              <a:rPr lang="en-US" dirty="0"/>
              <a:t>&gt; Quoted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F2C803-FEEC-80DA-0EBB-ED18BBD151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074FA6-9718-CEFF-387C-0A9E9E493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507" y="1885244"/>
            <a:ext cx="4628488" cy="44898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EEB2E9-A941-875E-8A38-A5298234D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220" y="1563869"/>
            <a:ext cx="3494823" cy="481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722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90F12-113D-1FF0-3CC9-B1C070FAB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D8198-6F0A-E28D-EBBA-A308A1C28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Markdown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CC4F7C-7AAB-C9CA-9CBD-6AA6C4BEAEB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Links: [text to display](</a:t>
            </a:r>
            <a:r>
              <a:rPr lang="en-US" dirty="0">
                <a:hlinkClick r:id="rId3"/>
              </a:rPr>
              <a:t>https://www.example.com</a:t>
            </a:r>
            <a:r>
              <a:rPr lang="en-US" dirty="0"/>
              <a:t> “hover text”)</a:t>
            </a:r>
          </a:p>
          <a:p>
            <a:r>
              <a:rPr lang="en-US" dirty="0"/>
              <a:t>Images: ![alt text](/path/to/image “hover text”)</a:t>
            </a:r>
          </a:p>
          <a:p>
            <a:r>
              <a:rPr lang="en-US" dirty="0"/>
              <a:t>Tables: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05C69E-3E46-B9CD-2C3D-9FAF975BB3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FE9E35-7948-00B3-B2CA-1E1B5AE4D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7976" y="2790854"/>
            <a:ext cx="6868484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926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D48F2-5989-A337-070A-9938DE55E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4F629-99C2-3790-6318-F8AD4516B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File formats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9D421-2B47-60CE-51C1-63B3481D13E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F8EED-DB2B-4B1E-B2E9-204B364A14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Mermaid and non-Markdown files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DE74BB-D258-7214-B6E9-7BC8C3A86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658" y="2028629"/>
            <a:ext cx="6632683" cy="382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258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EF948-1511-CC4D-CEA7-2DFDE9004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AD169-27F0-3CE5-F204-591C24425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Integration in Windsurf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EC2634-1426-9198-AD9F-CD64A17E13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26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A862D-7E90-30D1-7AAA-ED5293B9E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C63AB-36F8-33C9-FC4F-381E217DA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Asking basic questions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0EB07-11BB-6844-6936-398A9AB9B7C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How to open Cascade Code</a:t>
            </a:r>
          </a:p>
          <a:p>
            <a:pPr marL="342900" indent="-342900">
              <a:buAutoNum type="arabicPeriod"/>
            </a:pPr>
            <a:r>
              <a:rPr lang="en-US" dirty="0"/>
              <a:t>Choosing code/ask/plan</a:t>
            </a:r>
          </a:p>
          <a:p>
            <a:pPr marL="342900" indent="-342900">
              <a:buAutoNum type="arabicPeriod"/>
            </a:pPr>
            <a:r>
              <a:rPr lang="en-US" dirty="0"/>
              <a:t>Choosing LLM</a:t>
            </a:r>
          </a:p>
          <a:p>
            <a:pPr marL="342900" indent="-342900">
              <a:buAutoNum type="arabicPeriod"/>
            </a:pPr>
            <a:r>
              <a:rPr lang="en-US" dirty="0"/>
              <a:t>Context and starting a new session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6656F3-FC1F-8C2C-3DAD-1373A6F3E5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Where is that LLM tool?</a:t>
            </a:r>
          </a:p>
        </p:txBody>
      </p:sp>
    </p:spTree>
    <p:extLst>
      <p:ext uri="{BB962C8B-B14F-4D97-AF65-F5344CB8AC3E}">
        <p14:creationId xmlns:p14="http://schemas.microsoft.com/office/powerpoint/2010/main" val="27761582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7D13B-0ECD-CBA0-6BA8-9B44EC5E1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32AD-1632-2EBC-4044-416FEF4E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and editing markdown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A87D5C-8F9F-38D5-054E-31C4ED82146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Ask your LLM to create some documentation</a:t>
            </a:r>
          </a:p>
          <a:p>
            <a:pPr marL="800100" lvl="1" indent="-342900">
              <a:buAutoNum type="arabicPeriod"/>
            </a:pPr>
            <a:r>
              <a:rPr lang="en-US" dirty="0"/>
              <a:t>Accept/Reject results</a:t>
            </a:r>
          </a:p>
          <a:p>
            <a:pPr marL="342900" indent="-342900">
              <a:buAutoNum type="arabicPeriod"/>
            </a:pPr>
            <a:r>
              <a:rPr lang="en-US" dirty="0"/>
              <a:t>Edit/enhance that documentation</a:t>
            </a:r>
          </a:p>
          <a:p>
            <a:pPr marL="342900" indent="-342900">
              <a:buAutoNum type="arabicPeriod"/>
            </a:pPr>
            <a:r>
              <a:rPr lang="en-US" dirty="0"/>
              <a:t>Play with context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9F289F-3297-6BD6-6975-4F8DDF09E7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Hands on time!</a:t>
            </a:r>
          </a:p>
        </p:txBody>
      </p:sp>
    </p:spTree>
    <p:extLst>
      <p:ext uri="{BB962C8B-B14F-4D97-AF65-F5344CB8AC3E}">
        <p14:creationId xmlns:p14="http://schemas.microsoft.com/office/powerpoint/2010/main" val="4029601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1C285-50D4-7DE0-F172-C666BC9E6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F550D-B9A7-9D97-01BF-21BABBEB7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03E91-D9E7-6FF7-EC9C-FC0E7BADD63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67A0A9-8602-BA80-0C8A-04D33764EA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Creating those mermaid files</a:t>
            </a:r>
          </a:p>
        </p:txBody>
      </p:sp>
    </p:spTree>
    <p:extLst>
      <p:ext uri="{BB962C8B-B14F-4D97-AF65-F5344CB8AC3E}">
        <p14:creationId xmlns:p14="http://schemas.microsoft.com/office/powerpoint/2010/main" val="1878398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F0E4D-4642-1B12-9A03-AA3DA9999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D7636-BE0F-5200-776B-93DA1CFC3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9BBCB-2373-5B4F-041F-467C5C02F6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What’s next?</a:t>
            </a:r>
          </a:p>
        </p:txBody>
      </p:sp>
    </p:spTree>
    <p:extLst>
      <p:ext uri="{BB962C8B-B14F-4D97-AF65-F5344CB8AC3E}">
        <p14:creationId xmlns:p14="http://schemas.microsoft.com/office/powerpoint/2010/main" val="1527202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597D3"/>
      </a:accent1>
      <a:accent2>
        <a:srgbClr val="005596"/>
      </a:accent2>
      <a:accent3>
        <a:srgbClr val="FF9300"/>
      </a:accent3>
      <a:accent4>
        <a:srgbClr val="5BC2A7"/>
      </a:accent4>
      <a:accent5>
        <a:srgbClr val="606060"/>
      </a:accent5>
      <a:accent6>
        <a:srgbClr val="F5BB4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44e4603-dc60-413b-8521-3c128f70865a">
      <Terms xmlns="http://schemas.microsoft.com/office/infopath/2007/PartnerControls"/>
    </lcf76f155ced4ddcb4097134ff3c332f>
    <TaxCatchAll xmlns="d195df4f-7459-4600-b706-17e3157d2d2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98F9C641C2A824EBD519A5C890629F1" ma:contentTypeVersion="16" ma:contentTypeDescription="Create a new document." ma:contentTypeScope="" ma:versionID="1ff07fffbf6e012e5b6276e3daa8f9df">
  <xsd:schema xmlns:xsd="http://www.w3.org/2001/XMLSchema" xmlns:xs="http://www.w3.org/2001/XMLSchema" xmlns:p="http://schemas.microsoft.com/office/2006/metadata/properties" xmlns:ns2="c44e4603-dc60-413b-8521-3c128f70865a" xmlns:ns3="d195df4f-7459-4600-b706-17e3157d2d2d" targetNamespace="http://schemas.microsoft.com/office/2006/metadata/properties" ma:root="true" ma:fieldsID="a75a6356b41c9a7b95ff67b15f35463f" ns2:_="" ns3:_="">
    <xsd:import namespace="c44e4603-dc60-413b-8521-3c128f70865a"/>
    <xsd:import namespace="d195df4f-7459-4600-b706-17e3157d2d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4e4603-dc60-413b-8521-3c128f7086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03ec4b94-83e3-4fb0-b3dc-ba71559991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95df4f-7459-4600-b706-17e3157d2d2d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f51824f-6a09-40d6-b9c4-158a36409b13}" ma:internalName="TaxCatchAll" ma:showField="CatchAllData" ma:web="d195df4f-7459-4600-b706-17e3157d2d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6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F31D4F-AFF3-4D11-92C3-E847AC1839D1}">
  <ds:schemaRefs>
    <ds:schemaRef ds:uri="http://schemas.microsoft.com/office/2006/metadata/properties"/>
    <ds:schemaRef ds:uri="http://schemas.microsoft.com/office/infopath/2007/PartnerControls"/>
    <ds:schemaRef ds:uri="c44e4603-dc60-413b-8521-3c128f70865a"/>
    <ds:schemaRef ds:uri="d195df4f-7459-4600-b706-17e3157d2d2d"/>
  </ds:schemaRefs>
</ds:datastoreItem>
</file>

<file path=customXml/itemProps2.xml><?xml version="1.0" encoding="utf-8"?>
<ds:datastoreItem xmlns:ds="http://schemas.openxmlformats.org/officeDocument/2006/customXml" ds:itemID="{CA64F7E7-BF82-4E31-A8CD-F9F2FEC9E17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6B0D22-3215-4278-8BA7-8E62DFADF8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4e4603-dc60-413b-8521-3c128f70865a"/>
    <ds:schemaRef ds:uri="d195df4f-7459-4600-b706-17e3157d2d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 Point Template Theme</Template>
  <TotalTime>11887</TotalTime>
  <Words>385</Words>
  <Application>Microsoft Office PowerPoint</Application>
  <PresentationFormat>Widescreen</PresentationFormat>
  <Paragraphs>91</Paragraphs>
  <Slides>24</Slides>
  <Notes>7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Poppins SemiBold</vt:lpstr>
      <vt:lpstr>Century Gothic</vt:lpstr>
      <vt:lpstr>Khula</vt:lpstr>
      <vt:lpstr>Poppins Medium</vt:lpstr>
      <vt:lpstr>Calibri</vt:lpstr>
      <vt:lpstr>Poppins</vt:lpstr>
      <vt:lpstr>Arial</vt:lpstr>
      <vt:lpstr>Khula SemiBold</vt:lpstr>
      <vt:lpstr>Office Theme</vt:lpstr>
      <vt:lpstr>Give Your AI a Job</vt:lpstr>
      <vt:lpstr>Prerequisites</vt:lpstr>
      <vt:lpstr>What to install</vt:lpstr>
      <vt:lpstr>Objective of the course</vt:lpstr>
      <vt:lpstr>What is an IDE? </vt:lpstr>
      <vt:lpstr>Windsurf IDE</vt:lpstr>
      <vt:lpstr>But you’re not a dev</vt:lpstr>
      <vt:lpstr>Open Windsurf</vt:lpstr>
      <vt:lpstr>Git</vt:lpstr>
      <vt:lpstr>Git Cheatsheet</vt:lpstr>
      <vt:lpstr>Pulling a repository</vt:lpstr>
      <vt:lpstr>Creating a branch</vt:lpstr>
      <vt:lpstr>Making a change</vt:lpstr>
      <vt:lpstr>Commits</vt:lpstr>
      <vt:lpstr>Keeping in Sync</vt:lpstr>
      <vt:lpstr>Markdown</vt:lpstr>
      <vt:lpstr>Markdown vs Text</vt:lpstr>
      <vt:lpstr>Advanced Markdown</vt:lpstr>
      <vt:lpstr>Other File formats</vt:lpstr>
      <vt:lpstr>LLM Integration in Windsurf</vt:lpstr>
      <vt:lpstr>Asking basic questions</vt:lpstr>
      <vt:lpstr>Generating and editing markdown</vt:lpstr>
      <vt:lpstr>Diagrams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Bud Marrical</dc:creator>
  <cp:lastModifiedBy>Bud Marrical</cp:lastModifiedBy>
  <cp:revision>2</cp:revision>
  <dcterms:created xsi:type="dcterms:W3CDTF">2026-02-09T18:36:23Z</dcterms:created>
  <dcterms:modified xsi:type="dcterms:W3CDTF">2026-04-16T23:15:37Z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0x010100498F9C641C2A824EBD519A5C890629F1</vt:lpwstr>
  </property>
  <property fmtid="{D5CDD505-2E9C-101B-9397-08002B2CF9AE}" pid="3" name="Order">
    <vt:r8>18900</vt:r8>
  </property>
  <property fmtid="{D5CDD505-2E9C-101B-9397-08002B2CF9AE}" pid="4" name="_ExtendedDescription">
    <vt:lpwstr/>
  </property>
</Properties>
</file>